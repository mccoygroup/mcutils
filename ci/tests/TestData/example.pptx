
<file path=[Content_Types].xml><?xml version="1.0" encoding="utf-8"?>
<Types xmlns="http://schemas.openxmlformats.org/package/2006/content-types">
  <Default Extension="glb" ContentType="model/gltf.binary"/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1"/>
    <p:restoredTop sz="94658"/>
  </p:normalViewPr>
  <p:slideViewPr>
    <p:cSldViewPr snapToGrid="0">
      <p:cViewPr varScale="1">
        <p:scale>
          <a:sx n="120" d="100"/>
          <a:sy n="120" d="100"/>
        </p:scale>
        <p:origin x="800" y="18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viewProps" Target="viewProps.xml"/><Relationship Id="rId5" Type="http://schemas.openxmlformats.org/officeDocument/2006/relationships/presProps" Target="presProps.xml"/><Relationship Id="rId4" Type="http://schemas.openxmlformats.org/officeDocument/2006/relationships/slide" Target="slides/slide3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57A5C87-7E82-44D3-1BB6-DD266B17978E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722D3024-AA3A-8302-3B5B-E4E7A28C6BDB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5319B43-D048-BC3A-9CD7-D5CE72BDC80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68DF6A3-B8D2-1244-AA57-60AE5089C008}" type="datetimeFigureOut">
              <a:rPr lang="en-US" smtClean="0"/>
              <a:t>10/3/26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6D8F7FB-6F1D-479C-71FB-F88679CB6FF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517593F-8BE6-4ED0-578A-3474C6DD612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90F7A14-BFAA-8642-8063-7C43CC189FC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1018194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F7B05E2-7CA3-C862-7F7B-A83F0634D57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88EDF50-BFDB-4B0A-C450-9A61E4BD2B2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0928638-1F00-A537-768C-81115C1108D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68DF6A3-B8D2-1244-AA57-60AE5089C008}" type="datetimeFigureOut">
              <a:rPr lang="en-US" smtClean="0"/>
              <a:t>10/3/26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BF0570E-3B15-B404-574E-65C2D5C2F19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438AAF4-E1B3-7869-84A0-EFDC9E6B17F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90F7A14-BFAA-8642-8063-7C43CC189FC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1776109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9DF7CA6-3E04-0174-F723-0282092399F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0257830E-E896-64DD-8307-0D33AA47CBB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138B554-C8AE-1D4B-4FEB-5F63E4561A4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68DF6A3-B8D2-1244-AA57-60AE5089C008}" type="datetimeFigureOut">
              <a:rPr lang="en-US" smtClean="0"/>
              <a:t>10/3/26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2852742-03FA-3478-AD2B-B1EB920EF3D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8D4D3DD-BF20-6D8B-B0F5-5A99EC5F438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90F7A14-BFAA-8642-8063-7C43CC189FC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34233494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967BCC8-EB46-BD07-2D00-0A8E39DAF0B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AAA34F6-7FA8-9AD4-472E-E410840E86D4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2B1A9B9A-0DD5-5539-637F-46CC53A83F69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AA7A23F8-A9BA-EC7B-2B10-3899667BC53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68DF6A3-B8D2-1244-AA57-60AE5089C008}" type="datetimeFigureOut">
              <a:rPr lang="en-US" smtClean="0"/>
              <a:t>10/3/26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D6E715EC-FD74-7112-5DD5-784C8DAD7B9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A20E96CD-3ABC-B8C1-0540-84CC48B9EE9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90F7A14-BFAA-8642-8063-7C43CC189FC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7572457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BAF97B6-5FD8-500E-ED49-42A4D282F49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61950829-E584-32A7-99D5-F22FF9AA192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B7E9EA74-563C-9BCE-EF24-4AF43B403501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E56C6F57-BE71-2C73-246B-8ADDA40F07EA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3598BC2C-B204-1AC1-1585-F100A3D6D4EC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5CF0AE8E-D1E5-F5F1-E750-B8E30195B07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68DF6A3-B8D2-1244-AA57-60AE5089C008}" type="datetimeFigureOut">
              <a:rPr lang="en-US" smtClean="0"/>
              <a:t>10/3/26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630E2E00-0D12-5F15-5AF0-C61DFF7A6C8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AB79D8AA-932A-DF27-72BF-636A2ED55DB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90F7A14-BFAA-8642-8063-7C43CC189FC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02548630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8EAD0F0-CD91-E904-8E8D-4A95EC028BD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EDC1AC7D-9CEB-7D07-23E0-74CC6D4C0C9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68DF6A3-B8D2-1244-AA57-60AE5089C008}" type="datetimeFigureOut">
              <a:rPr lang="en-US" smtClean="0"/>
              <a:t>10/3/26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E50B71DB-EBB0-9E63-3D5B-D2A88F0D552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9061C451-495F-0E17-E8CC-F337D34FA82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90F7A14-BFAA-8642-8063-7C43CC189FC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8596168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4666A4D5-5E28-389F-1F60-FB162C36FBC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68DF6A3-B8D2-1244-AA57-60AE5089C008}" type="datetimeFigureOut">
              <a:rPr lang="en-US" smtClean="0"/>
              <a:t>10/3/26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F4E99428-D663-CE42-C7BD-170610A6119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9DA28F5C-BFE3-2373-4899-7508D152DC9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90F7A14-BFAA-8642-8063-7C43CC189FC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89861316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FB57B52-B822-CBDC-B0DD-DCD34B9E6EC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57B45FE-E907-3902-F943-E4855F8914C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9CDB780D-8850-A1D9-AE97-9901138BDF75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6E1F9578-8F0A-FC10-4760-0EAEA697F6D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68DF6A3-B8D2-1244-AA57-60AE5089C008}" type="datetimeFigureOut">
              <a:rPr lang="en-US" smtClean="0"/>
              <a:t>10/3/26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8FC6934C-2CD2-49CD-9B2A-7D998152420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FDF6ED84-EDF9-83D9-A5ED-94E61249DA2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90F7A14-BFAA-8642-8063-7C43CC189FC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13868369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1F131D9-14A4-58CD-7FBA-200952911F9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688A4F8C-E18C-3BA3-0D58-5B0AE6094346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C398707B-55AD-00DD-CCD3-CBF50AA38987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800B589-EE07-CE3B-194E-B4907F287C7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68DF6A3-B8D2-1244-AA57-60AE5089C008}" type="datetimeFigureOut">
              <a:rPr lang="en-US" smtClean="0"/>
              <a:t>10/3/26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B87A2357-028E-0E41-4087-2C266B6681F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75203096-0B5B-B038-22F7-9EA8144D91E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90F7A14-BFAA-8642-8063-7C43CC189FC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39305606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3FFF955-E052-B408-46DD-BD86AFB32ED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C2317F87-2572-8BAF-A09F-A5C8B33EB1C4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368AB55-136A-E4C4-958B-C3226465F27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68DF6A3-B8D2-1244-AA57-60AE5089C008}" type="datetimeFigureOut">
              <a:rPr lang="en-US" smtClean="0"/>
              <a:t>10/3/26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0544F3E-FEAB-DF72-43CE-CD0E0906F14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01ADE1D-6011-0956-641D-CCFEFF45E13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90F7A14-BFAA-8642-8063-7C43CC189FC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64164496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77F49985-1AAB-6EDD-C679-8E038622DC18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A6FDBA70-F1F5-FF77-2F9A-8EC5E8D5042C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BA4307A-30EC-CF50-2F2B-81E3CC5B5AB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68DF6A3-B8D2-1244-AA57-60AE5089C008}" type="datetimeFigureOut">
              <a:rPr lang="en-US" smtClean="0"/>
              <a:t>10/3/26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38AEF30-C80E-656A-DC2E-5AD60E56D53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2DCD0C9-42F6-7971-D263-AC5C85370CD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90F7A14-BFAA-8642-8063-7C43CC189FC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7263481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F91E97F6-5303-3627-E058-6EBC52F745C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965336F1-2641-EDB0-9428-60299912C12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64C5B88-7E09-C72A-F23B-850759054F9E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D68DF6A3-B8D2-1244-AA57-60AE5089C008}" type="datetimeFigureOut">
              <a:rPr lang="en-US" smtClean="0"/>
              <a:t>10/3/26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519FB53-85D1-43AF-117E-1FC8D5F3713A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C5FC232-37CE-F347-49BE-BF090244F179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190F7A14-BFAA-8642-8063-7C43CC189FC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9120004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microsoft.com/office/2017/06/relationships/model3d" Target="../media/model3d1.glb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2.png"/><Relationship Id="rId4" Type="http://schemas.microsoft.com/office/2017/06/relationships/model3d" Target="../media/model3d2.glb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sv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CB4A506-CF6E-4936-04FD-93611A585E80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dirty="0"/>
              <a:t>Title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9CD70484-899A-4576-FE44-F5B90B6AF3BA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US" dirty="0"/>
              <a:t>Example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503135BF-3AD1-E54B-8813-F0B55F87A947}"/>
              </a:ext>
            </a:extLst>
          </p:cNvPr>
          <p:cNvSpPr/>
          <p:nvPr/>
        </p:nvSpPr>
        <p:spPr>
          <a:xfrm>
            <a:off x="457200" y="435935"/>
            <a:ext cx="1066800" cy="1020725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" name="Freeform 4">
            <a:extLst>
              <a:ext uri="{FF2B5EF4-FFF2-40B4-BE49-F238E27FC236}">
                <a16:creationId xmlns:a16="http://schemas.microsoft.com/office/drawing/2014/main" id="{91B1F89B-0F80-554E-4D2E-2C12402E5F04}"/>
              </a:ext>
            </a:extLst>
          </p:cNvPr>
          <p:cNvSpPr/>
          <p:nvPr/>
        </p:nvSpPr>
        <p:spPr>
          <a:xfrm>
            <a:off x="372140" y="2658140"/>
            <a:ext cx="2232837" cy="1552353"/>
          </a:xfrm>
          <a:custGeom>
            <a:avLst/>
            <a:gdLst>
              <a:gd name="csX0" fmla="*/ 0 w 2232837"/>
              <a:gd name="csY0" fmla="*/ 1190846 h 1552353"/>
              <a:gd name="csX1" fmla="*/ 552893 w 2232837"/>
              <a:gd name="csY1" fmla="*/ 0 h 1552353"/>
              <a:gd name="csX2" fmla="*/ 2232837 w 2232837"/>
              <a:gd name="csY2" fmla="*/ 276446 h 1552353"/>
              <a:gd name="csX3" fmla="*/ 1977655 w 2232837"/>
              <a:gd name="csY3" fmla="*/ 1233376 h 1552353"/>
              <a:gd name="csX4" fmla="*/ 967562 w 2232837"/>
              <a:gd name="csY4" fmla="*/ 1552353 h 1552353"/>
              <a:gd name="csX5" fmla="*/ 925032 w 2232837"/>
              <a:gd name="csY5" fmla="*/ 754911 h 1552353"/>
              <a:gd name="csX6" fmla="*/ 520995 w 2232837"/>
              <a:gd name="csY6" fmla="*/ 1190846 h 1552353"/>
              <a:gd name="csX7" fmla="*/ 0 w 2232837"/>
              <a:gd name="csY7" fmla="*/ 1190846 h 1552353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</a:cxnLst>
            <a:rect l="l" t="t" r="r" b="b"/>
            <a:pathLst>
              <a:path w="2232837" h="1552353">
                <a:moveTo>
                  <a:pt x="0" y="1190846"/>
                </a:moveTo>
                <a:lnTo>
                  <a:pt x="552893" y="0"/>
                </a:lnTo>
                <a:lnTo>
                  <a:pt x="2232837" y="276446"/>
                </a:lnTo>
                <a:lnTo>
                  <a:pt x="1977655" y="1233376"/>
                </a:lnTo>
                <a:lnTo>
                  <a:pt x="967562" y="1552353"/>
                </a:lnTo>
                <a:lnTo>
                  <a:pt x="925032" y="754911"/>
                </a:lnTo>
                <a:lnTo>
                  <a:pt x="520995" y="1190846"/>
                </a:lnTo>
                <a:lnTo>
                  <a:pt x="0" y="1190846"/>
                </a:lnTo>
                <a:close/>
              </a:path>
            </a:pathLst>
          </a:custGeom>
          <a:solidFill>
            <a:schemeClr val="accent5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22917286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031307B-46F5-943B-F2F4-E6847C35A6B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err="1"/>
              <a:t>qqqq</a:t>
            </a:r>
            <a:endParaRPr lang="en-US" dirty="0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6269FDF0-2985-0BB2-F683-892C37C43589}"/>
              </a:ext>
            </a:extLst>
          </p:cNvPr>
          <p:cNvSpPr txBox="1"/>
          <p:nvPr/>
        </p:nvSpPr>
        <p:spPr>
          <a:xfrm>
            <a:off x="8750595" y="255181"/>
            <a:ext cx="723014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 err="1"/>
              <a:t>bbbbbbbbbb</a:t>
            </a:r>
            <a:endParaRPr lang="en-US" dirty="0"/>
          </a:p>
        </p:txBody>
      </p:sp>
      <mc:AlternateContent xmlns:mc="http://schemas.openxmlformats.org/markup-compatibility/2006">
        <mc:Choice xmlns:am3d="http://schemas.microsoft.com/office/drawing/2017/model3d" Requires="am3d">
          <p:graphicFrame>
            <p:nvGraphicFramePr>
              <p:cNvPr id="5" name="3D Model 4">
                <a:extLst>
                  <a:ext uri="{FF2B5EF4-FFF2-40B4-BE49-F238E27FC236}">
                    <a16:creationId xmlns:a16="http://schemas.microsoft.com/office/drawing/2014/main" id="{8F013EEC-3375-23BB-9D4F-AF8EC023B116}"/>
                  </a:ext>
                </a:extLst>
              </p:cNvPr>
              <p:cNvGraphicFramePr>
                <a:graphicFrameLocks noChangeAspect="1"/>
              </p:cNvGraphicFramePr>
              <p:nvPr>
                <p:extLst>
                  <p:ext uri="{D42A27DB-BD31-4B8C-83A1-F6EECF244321}">
                    <p14:modId xmlns:p14="http://schemas.microsoft.com/office/powerpoint/2010/main" val="1106248948"/>
                  </p:ext>
                </p:extLst>
              </p:nvPr>
            </p:nvGraphicFramePr>
            <p:xfrm>
              <a:off x="1482381" y="2568790"/>
              <a:ext cx="4421321" cy="2980474"/>
            </p:xfrm>
            <a:graphic>
              <a:graphicData uri="http://schemas.microsoft.com/office/drawing/2017/model3d">
                <am3d:model3d r:embed="rId2">
                  <am3d:spPr>
                    <a:xfrm>
                      <a:off x="0" y="0"/>
                      <a:ext cx="4421321" cy="2980474"/>
                    </a:xfrm>
                    <a:prstGeom prst="rect">
                      <a:avLst/>
                    </a:prstGeom>
                  </am3d:spPr>
                  <am3d:camera>
                    <am3d:pos x="0" y="0" z="58145205"/>
                    <am3d:up dx="0" dy="36000000" dz="0"/>
                    <am3d:lookAt x="0" y="0" z="0"/>
                    <am3d:perspective fov="2700000"/>
                  </am3d:camera>
                  <am3d:trans>
                    <am3d:meterPerModelUnit n="101530" d="1000000"/>
                    <am3d:preTrans dx="-2630557" dy="339751" dz="1084686"/>
                    <am3d:scale>
                      <am3d:sx n="1000000" d="1000000"/>
                      <am3d:sy n="1000000" d="1000000"/>
                      <am3d:sz n="1000000" d="1000000"/>
                    </am3d:scale>
                    <am3d:rot/>
                    <am3d:postTrans dx="0" dy="0" dz="0"/>
                  </am3d:trans>
                  <am3d:raster rName="Office3DRenderer" rVer="16.0.8326">
                    <am3d:blip r:embed="rId3"/>
                  </am3d:raster>
                  <am3d:extLst>
                    <a:ext uri="{9A65AA19-BECB-4387-8358-8AD5134E1D82}">
                      <a3danim:embedAnim xmlns:a3danim="http://schemas.microsoft.com/office/drawing/2018/animation/model3d" animId="0">
                        <a3danim:animPr length="2000" count="indefinite"/>
                      </a3danim:embedAnim>
                    </a:ext>
                    <a:ext uri="{E9DE012E-A134-456F-84FE-255F9AAD75C6}">
                      <a3danim:posterFrame xmlns:a3danim="http://schemas.microsoft.com/office/drawing/2018/animation/model3d" animId="0"/>
                    </a:ext>
                  </am3d:extLst>
                  <am3d:objViewport viewportSz="5418667"/>
                  <am3d:ambientLight>
                    <am3d:clr>
                      <a:scrgbClr r="50000" g="50000" b="50000"/>
                    </am3d:clr>
                    <am3d:illuminance n="500000" d="1000000"/>
                  </am3d:ambientLight>
                  <am3d:ptLight rad="0">
                    <am3d:clr>
                      <a:scrgbClr r="100000" g="75000" b="50000"/>
                    </am3d:clr>
                    <am3d:intensity n="9765625" d="1000000"/>
                    <am3d:pos x="21959998" y="70920001" z="16344003"/>
                  </am3d:ptLight>
                  <am3d:ptLight rad="0">
                    <am3d:clr>
                      <a:scrgbClr r="40000" g="60000" b="95000"/>
                    </am3d:clr>
                    <am3d:intensity n="12250000" d="1000000"/>
                    <am3d:pos x="-37964106" y="51130435" z="57631972"/>
                  </am3d:ptLight>
                  <am3d:ptLight rad="0">
                    <am3d:clr>
                      <a:scrgbClr r="86837" g="72700" b="100000"/>
                    </am3d:clr>
                    <am3d:intensity n="3125000" d="1000000"/>
                    <am3d:pos x="-37739122" y="58056624" z="-34769649"/>
                  </am3d:ptLight>
                </am3d:model3d>
              </a:graphicData>
            </a:graphic>
          </p:graphicFrame>
        </mc:Choice>
        <mc:Fallback>
          <p:pic>
            <p:nvPicPr>
              <p:cNvPr id="5" name="3D Model 4">
                <a:extLst>
                  <a:ext uri="{FF2B5EF4-FFF2-40B4-BE49-F238E27FC236}">
                    <a16:creationId xmlns:a16="http://schemas.microsoft.com/office/drawing/2014/main" id="{8F013EEC-3375-23BB-9D4F-AF8EC023B116}"/>
                  </a:ext>
                </a:extLst>
              </p:cNvPr>
              <p:cNvPicPr>
                <a:picLocks noGrp="1" noRot="1" noChangeAspect="1" noMove="1" noResize="1" noEditPoints="1" noAdjustHandles="1" noChangeArrowheads="1" noChangeShapeType="1" noCrop="1"/>
              </p:cNvPicPr>
              <p:nvPr/>
            </p:nvPicPr>
            <p:blipFill>
              <a:blip r:embed="rId3"/>
              <a:stretch>
                <a:fillRect/>
              </a:stretch>
            </p:blipFill>
            <p:spPr>
              <a:xfrm>
                <a:off x="1482381" y="2568790"/>
                <a:ext cx="4421321" cy="2980474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am3d="http://schemas.microsoft.com/office/drawing/2017/model3d" Requires="am3d">
          <p:graphicFrame>
            <p:nvGraphicFramePr>
              <p:cNvPr id="6" name="3D Model 5">
                <a:extLst>
                  <a:ext uri="{FF2B5EF4-FFF2-40B4-BE49-F238E27FC236}">
                    <a16:creationId xmlns:a16="http://schemas.microsoft.com/office/drawing/2014/main" id="{D8BED147-1C89-DED1-DB5F-DAFAC3D0D7E2}"/>
                  </a:ext>
                </a:extLst>
              </p:cNvPr>
              <p:cNvGraphicFramePr>
                <a:graphicFrameLocks noChangeAspect="1"/>
              </p:cNvGraphicFramePr>
              <p:nvPr>
                <p:extLst>
                  <p:ext uri="{D42A27DB-BD31-4B8C-83A1-F6EECF244321}">
                    <p14:modId xmlns:p14="http://schemas.microsoft.com/office/powerpoint/2010/main" val="3482784002"/>
                  </p:ext>
                </p:extLst>
              </p:nvPr>
            </p:nvGraphicFramePr>
            <p:xfrm>
              <a:off x="7403013" y="2568790"/>
              <a:ext cx="4403461" cy="2975060"/>
            </p:xfrm>
            <a:graphic>
              <a:graphicData uri="http://schemas.microsoft.com/office/drawing/2017/model3d">
                <am3d:model3d r:embed="rId4">
                  <am3d:spPr>
                    <a:xfrm>
                      <a:off x="0" y="0"/>
                      <a:ext cx="4403461" cy="2975060"/>
                    </a:xfrm>
                    <a:prstGeom prst="rect">
                      <a:avLst/>
                    </a:prstGeom>
                  </am3d:spPr>
                  <am3d:camera>
                    <am3d:pos x="0" y="0" z="63745533"/>
                    <am3d:up dx="0" dy="36000000" dz="0"/>
                    <am3d:lookAt x="0" y="0" z="0"/>
                    <am3d:perspective fov="2700000"/>
                  </am3d:camera>
                  <am3d:trans>
                    <am3d:meterPerModelUnit n="120471" d="1000000"/>
                    <am3d:preTrans dx="27616" dy="-616635" dz="1945449"/>
                    <am3d:scale>
                      <am3d:sx n="1000000" d="1000000"/>
                      <am3d:sy n="1000000" d="1000000"/>
                      <am3d:sz n="1000000" d="1000000"/>
                    </am3d:scale>
                    <am3d:rot/>
                    <am3d:postTrans dx="0" dy="0" dz="0"/>
                  </am3d:trans>
                  <am3d:raster rName="Office3DRenderer" rVer="16.0.8326">
                    <am3d:blip r:embed="rId5"/>
                  </am3d:raster>
                  <am3d:objViewport viewportSz="5418665"/>
                  <am3d:ambientLight>
                    <am3d:clr>
                      <a:scrgbClr r="50000" g="50000" b="50000"/>
                    </am3d:clr>
                    <am3d:illuminance n="500000" d="1000000"/>
                  </am3d:ambientLight>
                  <am3d:ptLight rad="0">
                    <am3d:clr>
                      <a:scrgbClr r="100000" g="75000" b="50000"/>
                    </am3d:clr>
                    <am3d:intensity n="9765625" d="1000000"/>
                    <am3d:pos x="21959998" y="70920001" z="16344003"/>
                  </am3d:ptLight>
                  <am3d:ptLight rad="0">
                    <am3d:clr>
                      <a:scrgbClr r="40000" g="60000" b="95000"/>
                    </am3d:clr>
                    <am3d:intensity n="12250000" d="1000000"/>
                    <am3d:pos x="-37964106" y="51130435" z="57631972"/>
                  </am3d:ptLight>
                  <am3d:ptLight rad="0">
                    <am3d:clr>
                      <a:scrgbClr r="86837" g="72700" b="100000"/>
                    </am3d:clr>
                    <am3d:intensity n="3125000" d="1000000"/>
                    <am3d:pos x="-37739122" y="58056624" z="-34769649"/>
                  </am3d:ptLight>
                </am3d:model3d>
              </a:graphicData>
            </a:graphic>
          </p:graphicFrame>
        </mc:Choice>
        <mc:Fallback>
          <p:pic>
            <p:nvPicPr>
              <p:cNvPr id="6" name="3D Model 5">
                <a:extLst>
                  <a:ext uri="{FF2B5EF4-FFF2-40B4-BE49-F238E27FC236}">
                    <a16:creationId xmlns:a16="http://schemas.microsoft.com/office/drawing/2014/main" id="{D8BED147-1C89-DED1-DB5F-DAFAC3D0D7E2}"/>
                  </a:ext>
                </a:extLst>
              </p:cNvPr>
              <p:cNvPicPr>
                <a:picLocks noGrp="1" noRot="1" noChangeAspect="1" noMove="1" noResize="1" noEditPoints="1" noAdjustHandles="1" noChangeArrowheads="1" noChangeShapeType="1" noCrop="1"/>
              </p:cNvPicPr>
              <p:nvPr/>
            </p:nvPicPr>
            <p:blipFill>
              <a:blip r:embed="rId5"/>
              <a:stretch>
                <a:fillRect/>
              </a:stretch>
            </p:blipFill>
            <p:spPr>
              <a:xfrm>
                <a:off x="7403013" y="2568790"/>
                <a:ext cx="4403461" cy="297506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419964543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0" presetClass="emph" presetSubtype="1" repeatCount="indefinite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 calcmode="lin" valueType="num">
                                      <p:cBhvr>
                                        <p:cTn id="6" dur="2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embedded1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FE916E4-9F24-5FD1-80C8-5F4EC2C41D9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5F4A2643-146B-CFE6-E3FA-52080B42CB6F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5594350" y="3944144"/>
            <a:ext cx="1003300" cy="114300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5B5FF695-BABC-4607-9421-B494ECEC8D31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t="3920"/>
          <a:stretch>
            <a:fillRect/>
          </a:stretch>
        </p:blipFill>
        <p:spPr>
          <a:xfrm>
            <a:off x="578779" y="5101398"/>
            <a:ext cx="3864900" cy="1323628"/>
          </a:xfrm>
          <a:prstGeom prst="rect">
            <a:avLst/>
          </a:prstGeom>
        </p:spPr>
      </p:pic>
      <p:sp>
        <p:nvSpPr>
          <p:cNvPr id="7" name="Triangle 6">
            <a:extLst>
              <a:ext uri="{FF2B5EF4-FFF2-40B4-BE49-F238E27FC236}">
                <a16:creationId xmlns:a16="http://schemas.microsoft.com/office/drawing/2014/main" id="{CAC475A0-B819-F668-087F-0C6DBAA3243B}"/>
              </a:ext>
            </a:extLst>
          </p:cNvPr>
          <p:cNvSpPr/>
          <p:nvPr/>
        </p:nvSpPr>
        <p:spPr>
          <a:xfrm>
            <a:off x="3225114" y="4856205"/>
            <a:ext cx="1964724" cy="1532238"/>
          </a:xfrm>
          <a:prstGeom prst="triangle">
            <a:avLst/>
          </a:prstGeom>
          <a:noFill/>
          <a:ln w="76200">
            <a:solidFill>
              <a:schemeClr val="accent3"/>
            </a:solidFill>
            <a:prstDash val="lgDashDot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" name="Right Brace 7">
            <a:extLst>
              <a:ext uri="{FF2B5EF4-FFF2-40B4-BE49-F238E27FC236}">
                <a16:creationId xmlns:a16="http://schemas.microsoft.com/office/drawing/2014/main" id="{48E921B7-DFAA-A15F-1FD7-F761DB666DE3}"/>
              </a:ext>
            </a:extLst>
          </p:cNvPr>
          <p:cNvSpPr/>
          <p:nvPr/>
        </p:nvSpPr>
        <p:spPr>
          <a:xfrm>
            <a:off x="8155172" y="2796363"/>
            <a:ext cx="350875" cy="2059842"/>
          </a:xfrm>
          <a:prstGeom prst="rightBrac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7866B1D7-9C21-9EFC-1B4A-2EDB64A1F50F}"/>
              </a:ext>
            </a:extLst>
          </p:cNvPr>
          <p:cNvSpPr txBox="1"/>
          <p:nvPr/>
        </p:nvSpPr>
        <p:spPr>
          <a:xfrm>
            <a:off x="8506047" y="3631962"/>
            <a:ext cx="56611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 err="1"/>
              <a:t>Asd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051434219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3</TotalTime>
  <Words>5</Words>
  <Application>Microsoft Macintosh PowerPoint</Application>
  <PresentationFormat>Widescreen</PresentationFormat>
  <Paragraphs>5</Paragraphs>
  <Slides>3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</vt:i4>
      </vt:variant>
    </vt:vector>
  </HeadingPairs>
  <TitlesOfParts>
    <vt:vector size="7" baseType="lpstr">
      <vt:lpstr>Aptos</vt:lpstr>
      <vt:lpstr>Aptos Display</vt:lpstr>
      <vt:lpstr>Arial</vt:lpstr>
      <vt:lpstr>Office Theme</vt:lpstr>
      <vt:lpstr>Title</vt:lpstr>
      <vt:lpstr>qqqq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Boyer, Mark Austin</dc:creator>
  <cp:lastModifiedBy>Boyer, Mark Austin</cp:lastModifiedBy>
  <cp:revision>4</cp:revision>
  <dcterms:created xsi:type="dcterms:W3CDTF">2026-10-03T11:51:36Z</dcterms:created>
  <dcterms:modified xsi:type="dcterms:W3CDTF">2026-10-03T11:54:40Z</dcterms:modified>
</cp:coreProperties>
</file>